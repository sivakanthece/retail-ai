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500" kern="0" dirty="0">
                <a:solidFill>
                  <a:srgbClr val="FFFFFF"/>
                </a:solidFill>
              </a:rPr>
              <a:t>RETAIL SHELF PRODUCT RECOGNITION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9CF9"/>
                </a:solidFill>
              </a:rPr>
              <a:t>A Three-Stage Computer Vision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77440"/>
            <a:ext cx="384048" cy="38404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9848" y="23865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YOLOv8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WHERE are the products?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-&gt;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23774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50208" y="23865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CLIP Category Classification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WHAT category is each crop?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-&gt;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A2B4A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2377440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2377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30568" y="23865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CLIP SKU Library Match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834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WHICH exact SKU is it?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YOLOv8 + openai/clip-vit-base-patch32 + FastAPI + React  |  Capstone Project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33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Manual audits are slow &amp; costly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5389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Shelf checks across stores take hours. Errors are frequent.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13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Thousands of SKUs — hard to scale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3405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Training a classifier per product is infeasible at retail scale.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5935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Out-of-stocks go undetected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014216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Gaps and planogram violations are invisible without automated vision.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69080" cy="3749040"/>
          </a:xfrm>
          <a:prstGeom prst="roundRect">
            <a:avLst>
              <a:gd name="adj" fmla="val 2927"/>
            </a:avLst>
          </a:prstGeom>
          <a:solidFill>
            <a:srgbClr val="132040"/>
          </a:solidFill>
          <a:ln w="254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07899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9CF9"/>
                </a:solidFill>
              </a:rPr>
              <a:t>Solution Goal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16002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 Detect every product on a shelf image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16712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 Identify each product without per-SKU retraining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73405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 Match known SKUs via embedding library first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30098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 Fall back to zero-shot CLIP when unmatched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86791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 Deliver annotated results + inventory summary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42062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Three-Stage CV Pipeline --&gt;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Three-Stage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Each stage answers a different question - known products skip Stage 2 via library shortcut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" y="1325880"/>
            <a:ext cx="1188720" cy="2560320"/>
          </a:xfrm>
          <a:prstGeom prst="roundRect">
            <a:avLst>
              <a:gd name="adj" fmla="val 7692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325880"/>
            <a:ext cx="1188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9CF9"/>
                </a:solidFill>
              </a:rPr>
              <a:t>[IMG]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Shelf Image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-&gt;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4592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8249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2496" y="1234440"/>
            <a:ext cx="1801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STAGE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19072" y="17373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YOLOv8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19072" y="23408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WHERE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 products?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19072" y="28803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9CF9"/>
                </a:solidFill>
              </a:rPr>
              <a:t>89.7%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19072" y="33101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mAP@50  SKU110K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-&gt;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4048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7705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77056" y="1234440"/>
            <a:ext cx="1801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STAGE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13632" y="17373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CLIP Category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13632" y="23408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WHAT category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is each crop?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13632" y="28803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38 categories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13632" y="33101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 prompts each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-&gt;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035040" y="1188720"/>
            <a:ext cx="1874520" cy="2743200"/>
          </a:xfrm>
          <a:prstGeom prst="roundRect">
            <a:avLst>
              <a:gd name="adj" fmla="val 5854"/>
            </a:avLst>
          </a:prstGeom>
          <a:solidFill>
            <a:srgbClr val="13204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1234440"/>
            <a:ext cx="1801368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1234440"/>
            <a:ext cx="1801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STAGE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08192" y="17373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CLIP SKU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Library 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08192" y="23408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WHICH exact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SKU is it?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08192" y="28803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&gt;= 0.82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08192" y="331012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cosine similarity cutoff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09560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-&gt;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229600" y="1325880"/>
            <a:ext cx="685800" cy="2560320"/>
          </a:xfrm>
          <a:prstGeom prst="roundRect">
            <a:avLst>
              <a:gd name="adj" fmla="val 13333"/>
            </a:avLst>
          </a:prstGeom>
          <a:solidFill>
            <a:srgbClr val="13204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1325880"/>
            <a:ext cx="685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[OK]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SKU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45920" y="4169664"/>
            <a:ext cx="640080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4224528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[Lightning] Library shortcut: Stage 3 runs first -- known products matched via CLIP embedding. Only unmatched items proceed to Stage 2.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STAGE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91640" y="20116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YOLOv8 Object Detection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32040"/>
          </a:solidFill>
          <a:ln w="1905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9CF9"/>
                </a:solidFill>
              </a:rPr>
              <a:t>89.7%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mAP@50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32040"/>
          </a:solidFill>
          <a:ln w="1905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Training Epochs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32040"/>
          </a:solidFill>
          <a:ln w="1905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9CF9"/>
                </a:solidFill>
              </a:rPr>
              <a:t>110K+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SKU Images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8229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32040"/>
          </a:solidFill>
          <a:ln w="1905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960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49440" y="1554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Class: Product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Detection Pipeline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9748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[DB]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Load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SKU110K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-&gt;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0320" y="269748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69748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[GEAR]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Fine-tune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YOLOv8n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-&gt;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69748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[AIM]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Predict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Bounding Boxes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3246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-&gt;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949440" y="269748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69748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[CUT]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Crop Each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Detection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Single-class detection trained on densely-packed retail shelves -- answers WHERE, not WHAT. Output crops feed into Stage 2.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STAGE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91640" y="20116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CLIP Category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CLIP Classifies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Crop Image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5087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-&gt;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48840" y="1298448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29844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Image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Encoder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5179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-&gt; embedding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38 x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Prompts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4963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-&gt;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48840" y="2286000"/>
            <a:ext cx="1463040" cy="658368"/>
          </a:xfrm>
          <a:prstGeom prst="roundRect">
            <a:avLst>
              <a:gd name="adj" fmla="val 13889"/>
            </a:avLst>
          </a:prstGeom>
          <a:solidFill>
            <a:srgbClr val="1320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286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Encoder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25054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-&gt; embedding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cosine similarity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93008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9300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Best Category Match  (e.g. Beverages: 0.91)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38 Product Categories  x  4 Prompts Each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129844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2984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Beverages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129844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2984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Snacks &amp; Chips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89280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892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Dairy Products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189280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892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Cereals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48716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4871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Personal Care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248716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4871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Cleaning Supplies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08152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81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Frozen Foods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308152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081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Condiments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67588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6758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Bakery Items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58000" y="3675888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6758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Candy &amp; Chocolate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+ 28 more categories  (extensible by editing PRODUCT_CATEGORIES)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88720" cy="438912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STAGE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91640" y="20116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CLIP SKU Library Matching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Library Matching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132040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53312"/>
            <a:ext cx="1554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[SEARCH]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Query Crop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CLIP 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-&gt; 512-dim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vector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-&gt;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94560" y="1353312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132040"/>
          </a:solidFill>
          <a:ln w="1905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444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 Library (DB)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0864" y="1947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Pepsi 500ml   [0.23, 0.87 ...]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359152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0864" y="23865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Coke 330ml    [0.91, 0.12 ...]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798064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40864" y="2825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Lays BBQ 80g  [0.45, 0.63 ...]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3236976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40864" y="3264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Oreo 200g     [0.71, 0.34 ...]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Each row = one reference image + CLIP embedding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-&gt;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577840" y="1353312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320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35331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Cosine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Similarity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v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577840" y="2852928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32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85292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Score &gt;= 0.82?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[OK] Yes -&gt; SKU matched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4005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[&gt;&gt;] No  -&gt; forward to Stage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480560"/>
            <a:ext cx="8641080" cy="438912"/>
          </a:xfrm>
          <a:prstGeom prst="roundRect">
            <a:avLst>
              <a:gd name="adj" fmla="val 16667"/>
            </a:avLst>
          </a:prstGeom>
          <a:solidFill>
            <a:srgbClr val="1320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526280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</a:rPr>
              <a:t>[FLASH] Known products are identified instantly via embedding lookup -- no LLM or heavy inference needed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Results &amp; Deliverables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887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[IMG]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61872" y="105156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Annotated Images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536192"/>
            <a:ext cx="31272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Bounding boxes drawn per product, labeled with CLIP category and confidence -- exported per test image.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1887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[CSV]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96712" y="105156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Results CSV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96712" y="1536192"/>
            <a:ext cx="31272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Per-object row: box coordinates, YOLO confidence, CLIP label + top-3 alternate categories.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2004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[BOX]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61872" y="306324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Inventory Summary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547872"/>
            <a:ext cx="31272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Category-level count chart, out-of-stock gap detection, planogram variance report.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2040"/>
          </a:solidFill>
          <a:ln w="1905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2004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[WEB]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96712" y="306324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App + REST API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96712" y="3547872"/>
            <a:ext cx="31272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FastAPI backend + React frontend -- upload shelf image, view detections, manage product library in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Limitations &amp; Future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69080" cy="3977640"/>
          </a:xfrm>
          <a:prstGeom prst="roundRect">
            <a:avLst>
              <a:gd name="adj" fmla="val 2759"/>
            </a:avLst>
          </a:prstGeom>
          <a:solidFill>
            <a:srgbClr val="1320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875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Current 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!  6 epochs on 10% of data -- fast iteration, not production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!  CLIP zero-shot quality depends on prompt wording + shelf lighting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999232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!  Dense shelf crowding causes bounding box overlap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758184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!  Library matching needs pre-saved reference images per SKU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069080" cy="3977640"/>
          </a:xfrm>
          <a:prstGeom prst="roundRect">
            <a:avLst>
              <a:gd name="adj" fmla="val 2759"/>
            </a:avLst>
          </a:prstGeom>
          <a:solidFill>
            <a:srgbClr val="132040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875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9CF9"/>
                </a:solidFill>
              </a:rPr>
              <a:t>Future Roadmap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15361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Full SKU110K training -- more epochs, larger YOLOv8 backbone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267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229514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PostgreSQL persistent storage for Hugging Face Spaces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026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30540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Real-time video stream detection with frame throttling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785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381304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Planogram compliance scoring and gap alerts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Shelf Product Recognition</dc:title>
  <dc:subject>PptxGenJS Presentation</dc:subject>
  <dc:creator>PptxGenJS</dc:creator>
  <cp:lastModifiedBy>PptxGenJS</cp:lastModifiedBy>
  <cp:revision>1</cp:revision>
  <dcterms:created xsi:type="dcterms:W3CDTF">2026-07-05T05:35:41Z</dcterms:created>
  <dcterms:modified xsi:type="dcterms:W3CDTF">2026-07-05T05:35:41Z</dcterms:modified>
</cp:coreProperties>
</file>